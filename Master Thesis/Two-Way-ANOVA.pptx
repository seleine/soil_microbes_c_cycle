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61F0-2DAF-8FDE-85CA-BC3D4BB1F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66E346-FD2D-76D5-3F91-BC7CC20E95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74D11D-60E7-EAE3-0F8E-EEACAB30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EE8C7-C8FC-4459-A0E8-9CFCEEC4547A}" type="datetimeFigureOut">
              <a:rPr lang="en-CH" smtClean="0"/>
              <a:t>06/06/2025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B43FB-D19A-C260-5E09-9D73B1AB0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44D652-AD29-57AC-4A06-31BFB93A2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025-2CE7-48A0-B23B-0FC08826C97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3527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31AFB-EC79-8EA4-AB53-3F0D8F20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88A2D-224C-5E56-5D02-0B98BE032E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8E38F0-2C08-8B23-4222-CF7E2B3F0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EE8C7-C8FC-4459-A0E8-9CFCEEC4547A}" type="datetimeFigureOut">
              <a:rPr lang="en-CH" smtClean="0"/>
              <a:t>06/06/2025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C69EF-00CF-0817-2729-CD6417E99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F862B-3C21-3F5C-8719-822E0698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025-2CE7-48A0-B23B-0FC08826C97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01328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01797-1E9D-F667-698E-B0872AF17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034A2-F2BC-DCA8-DB71-143A38481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A9F75-AF05-5D0B-DA7A-4C0EE2E8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EE8C7-C8FC-4459-A0E8-9CFCEEC4547A}" type="datetimeFigureOut">
              <a:rPr lang="en-CH" smtClean="0"/>
              <a:t>06/06/2025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6D2AE-9018-FDB9-B436-03EBE9634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98653-61E1-EF52-AC38-5A757EFBE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025-2CE7-48A0-B23B-0FC08826C97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28983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57693-A39B-B42F-DAEE-AF1C38B57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4D92C-AD6B-4416-583F-7DFE23E2F9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A226A-BA49-13F3-9D1C-33D75FD6ED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B09EF1-23D4-5627-5A6C-1537FC571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EE8C7-C8FC-4459-A0E8-9CFCEEC4547A}" type="datetimeFigureOut">
              <a:rPr lang="en-CH" smtClean="0"/>
              <a:t>06/06/2025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A99489-11DE-B1B0-A68E-1FAED63EF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BDEE1-69E5-A70E-BE5A-46908D63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025-2CE7-48A0-B23B-0FC08826C97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660615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3A4A5-8CA8-3AEE-07BC-B0112D194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4E3442-56B7-8B49-4725-96533DEA2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58D12C-B17C-2998-0FC5-DD45797F5B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2858E-4091-A384-9D10-3727652D0DD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1B8936-6A8A-A82E-775A-86CE84C9F4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E51E47-CB03-AA2F-93BD-FB3CD5432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EE8C7-C8FC-4459-A0E8-9CFCEEC4547A}" type="datetimeFigureOut">
              <a:rPr lang="en-CH" smtClean="0"/>
              <a:t>06/06/2025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030D6D-BA40-D0D8-19C6-8EB89EDA2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944B54-454F-BB95-DB83-768B385ED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025-2CE7-48A0-B23B-0FC08826C97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82507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64AAA-D85C-74AD-2C3C-9A201C802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1576AC3-9E8F-C246-89A4-0C0C9BC47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EE8C7-C8FC-4459-A0E8-9CFCEEC4547A}" type="datetimeFigureOut">
              <a:rPr lang="en-CH" smtClean="0"/>
              <a:t>06/06/2025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A323B-5F2F-9857-9064-C4B3635DF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4EF604-1EBA-3451-764C-23E628285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025-2CE7-48A0-B23B-0FC08826C97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58150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70FDF30-B5AA-30A7-511D-A2B9C2353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EE8C7-C8FC-4459-A0E8-9CFCEEC4547A}" type="datetimeFigureOut">
              <a:rPr lang="en-CH" smtClean="0"/>
              <a:t>06/06/2025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1A3B7-92F9-EF10-2039-F125F3449F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278C5-F5BB-EA3A-336E-CBA983773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025-2CE7-48A0-B23B-0FC08826C97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48724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92F0-6AE5-6C6D-E1DF-A24B1C4710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0FE804-3745-FBEE-7BB8-102C54D72F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2B53EB-618B-DEB9-E99F-651247C2F2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6A78F-553A-52B2-98CB-CB2A494F1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EE8C7-C8FC-4459-A0E8-9CFCEEC4547A}" type="datetimeFigureOut">
              <a:rPr lang="en-CH" smtClean="0"/>
              <a:t>06/06/2025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8683D-5030-8D6F-E1D4-60D4E9D6F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7E090-B512-CB8D-3B88-3C3B2284D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025-2CE7-48A0-B23B-0FC08826C97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18903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03727-CC49-8D0F-E3EE-718386C7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538EEC-E374-46C7-FE2F-FB73E4E947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14079-9FF0-2305-B5CE-6100FDC724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5F7A4-C1DF-C995-B98C-8BD2EFEE7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EE8C7-C8FC-4459-A0E8-9CFCEEC4547A}" type="datetimeFigureOut">
              <a:rPr lang="en-CH" smtClean="0"/>
              <a:t>06/06/2025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78A8B-72D9-E50F-1E01-FD283C1D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D83D3-916E-85AF-7D27-4C7BA6B8F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025-2CE7-48A0-B23B-0FC08826C97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43066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70FA0-ABAA-D8D5-2D95-B1561D0FB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25E35C-3B06-B662-6347-A12F007191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065C1-29CD-1AAB-C93A-787732CB7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EE8C7-C8FC-4459-A0E8-9CFCEEC4547A}" type="datetimeFigureOut">
              <a:rPr lang="en-CH" smtClean="0"/>
              <a:t>06/06/2025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2E650-F692-4E81-313D-FB6E5492E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CDFA9E-CC00-A7D4-9335-0D2B513F6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025-2CE7-48A0-B23B-0FC08826C97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9468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EE9678-D566-B0DA-3A9C-1CFA6A5C78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2873E5-7E1A-3876-5944-D3EEF71DD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FBCDE-5D72-114D-79F7-63ED4492E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EE8C7-C8FC-4459-A0E8-9CFCEEC4547A}" type="datetimeFigureOut">
              <a:rPr lang="en-CH" smtClean="0"/>
              <a:t>06/06/2025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7958B-9362-E466-E67C-806AA10EAB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7599DC-6CD7-804A-1CBD-A9717570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87025-2CE7-48A0-B23B-0FC08826C97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55118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C6C443B-5BB8-7A9C-85C5-1043ABE371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FDC60-F623-AC4C-D408-4C33F5B6D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E6ECE-99AC-4A95-862D-FD70A5C2B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CEE8C7-C8FC-4459-A0E8-9CFCEEC4547A}" type="datetimeFigureOut">
              <a:rPr lang="en-CH" smtClean="0"/>
              <a:t>06/06/2025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B43967-5D86-C67D-9810-D56BBE4975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4961C6-1BFC-AD1C-3549-C283487A7F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87025-2CE7-48A0-B23B-0FC08826C97C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947144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8B524-5070-EB4F-4E09-2DEAAEEBBF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Two-Way ANOVA</a:t>
            </a:r>
            <a:endParaRPr lang="en-CH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47478-ED55-7DFA-7013-8D4E51DDC05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79418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1AAA-6EE9-9A9A-1829-140761EF9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Cumulative Respiration</a:t>
            </a:r>
            <a:endParaRPr lang="en-C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CA038FE-A081-B43F-86FB-2559F3669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236" y="2733670"/>
            <a:ext cx="5972219" cy="139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1146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2CF51-808E-208A-A607-37981A723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AAE</a:t>
            </a:r>
            <a:endParaRPr lang="en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027685B-30ED-2815-20FD-15FEE626A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6051" y="3334539"/>
            <a:ext cx="6419897" cy="1333510"/>
          </a:xfrm>
        </p:spPr>
      </p:pic>
    </p:spTree>
    <p:extLst>
      <p:ext uri="{BB962C8B-B14F-4D97-AF65-F5344CB8AC3E}">
        <p14:creationId xmlns:p14="http://schemas.microsoft.com/office/powerpoint/2010/main" val="38728060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A2D37-1095-A87F-964E-AD68F5BE3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CUE Part 1</a:t>
            </a:r>
            <a:endParaRPr lang="en-CH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C4277E4-0394-6347-4729-17655553CB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0379" y="3061777"/>
            <a:ext cx="5876968" cy="1352560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80C6270-C573-18AA-F249-0BF1EADF37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379" y="1433507"/>
            <a:ext cx="5791242" cy="14001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E985872-8D9A-0E8D-1FFC-2574EED10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4204" y="4560155"/>
            <a:ext cx="5543591" cy="144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01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B8604-8F1C-C877-1BEE-126B2A6B3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Amino Sugar Carbon</a:t>
            </a:r>
            <a:endParaRPr lang="en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A18CFD2-3D01-27A8-5DCE-A65A6F1B6D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8954" y="3448840"/>
            <a:ext cx="5734092" cy="1104908"/>
          </a:xfrm>
        </p:spPr>
      </p:pic>
    </p:spTree>
    <p:extLst>
      <p:ext uri="{BB962C8B-B14F-4D97-AF65-F5344CB8AC3E}">
        <p14:creationId xmlns:p14="http://schemas.microsoft.com/office/powerpoint/2010/main" val="2021720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170259-9C9C-D96B-6BB9-0F2FFC55D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TOC Part 1 and 2</a:t>
            </a:r>
            <a:endParaRPr lang="en-CH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D647517-5299-9445-CD9D-8B150FA3FE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6579" y="4338439"/>
            <a:ext cx="5581691" cy="1143008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86A366-D920-47AA-127B-321E5C74D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6579" y="2847971"/>
            <a:ext cx="5638841" cy="1162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961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D2B0C-42D9-6A2F-C160-66AE05836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DOC_OD and remaining </a:t>
            </a:r>
            <a:r>
              <a:rPr lang="en-US" dirty="0" err="1"/>
              <a:t>Glc</a:t>
            </a:r>
            <a:r>
              <a:rPr lang="en-US" dirty="0"/>
              <a:t> C</a:t>
            </a:r>
            <a:endParaRPr lang="en-C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54E8FB-A092-55D1-2C46-A851EAD4D1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7566" y="1907953"/>
            <a:ext cx="5686467" cy="1457336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161024A-90E6-C43B-0757-05CDA67DC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6734" y="3796572"/>
            <a:ext cx="6829475" cy="180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12243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23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Two-Way ANOVA</vt:lpstr>
      <vt:lpstr>Cumulative Respiration</vt:lpstr>
      <vt:lpstr>AAE</vt:lpstr>
      <vt:lpstr>CUE Part 1</vt:lpstr>
      <vt:lpstr>Amino Sugar Carbon</vt:lpstr>
      <vt:lpstr>TOC Part 1 and 2</vt:lpstr>
      <vt:lpstr>DOC_OD and remaining Glc 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Lepori Selina (leporsel)</dc:creator>
  <cp:lastModifiedBy>Lepori Selina (leporsel)</cp:lastModifiedBy>
  <cp:revision>1</cp:revision>
  <dcterms:created xsi:type="dcterms:W3CDTF">2025-06-06T14:20:10Z</dcterms:created>
  <dcterms:modified xsi:type="dcterms:W3CDTF">2025-06-06T14:38:52Z</dcterms:modified>
</cp:coreProperties>
</file>